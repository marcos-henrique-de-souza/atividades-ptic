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7" r:id="rId4"/>
    <p:sldId id="274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5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547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031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DO PENSAMENTO COMPUTACIONAL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Felipe  ·  Rômulo  ·  Pedro Lima  ·  Marcos Henrique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1.º Ano C1  | 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64008" cy="34747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29511"/>
            <a:ext cx="8138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endParaRPr lang="en-US" sz="1600" dirty="0"/>
          </a:p>
        </p:txBody>
      </p:sp>
      <p:sp>
        <p:nvSpPr>
          <p:cNvPr id="8" name="CaixaDeTexto 7"/>
          <p:cNvSpPr txBox="1"/>
          <p:nvPr/>
        </p:nvSpPr>
        <p:spPr>
          <a:xfrm>
            <a:off x="503742" y="1449199"/>
            <a:ext cx="470115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dirty="0" smtClean="0"/>
              <a:t>O Que é Pensamento Computacional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smtClean="0"/>
              <a:t>Breve Histórico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smtClean="0"/>
              <a:t>Pensamento Computacional </a:t>
            </a:r>
            <a:r>
              <a:rPr lang="pt-BR" dirty="0" err="1" smtClean="0"/>
              <a:t>vs</a:t>
            </a:r>
            <a:r>
              <a:rPr lang="pt-BR" dirty="0" smtClean="0"/>
              <a:t> Programação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smtClean="0"/>
              <a:t>Os Quatro Pilares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smtClean="0"/>
              <a:t>Aplicação no Dia a Dia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smtClean="0"/>
              <a:t>Pensamento Computacional na Escola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 smtClean="0"/>
              <a:t>Conclusão</a:t>
            </a:r>
          </a:p>
          <a:p>
            <a:pPr marL="342900" indent="-342900">
              <a:buFont typeface="+mj-lt"/>
              <a:buAutoNum type="arabicPeriod"/>
            </a:pPr>
            <a:endParaRPr lang="pt-BR" dirty="0" smtClean="0"/>
          </a:p>
          <a:p>
            <a:pPr marL="342900" indent="-342900">
              <a:buFont typeface="+mj-lt"/>
              <a:buAutoNum type="arabicPeriod"/>
            </a:pPr>
            <a:endParaRPr lang="pt-BR" dirty="0" smtClean="0"/>
          </a:p>
          <a:p>
            <a:pPr marL="342900" indent="-342900">
              <a:buFont typeface="+mj-lt"/>
              <a:buAutoNum type="arabicPeriod"/>
            </a:pPr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Pensamento Computacional?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Pensamento Computacional?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64008" cy="34747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8138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de resolução de problemas baseada em princípios lógicos e organizacionais.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 em decompor situações complexas, identificar padrões, abstrair informações relevantes e construir soluções sistematizadas.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Estimula a lógica, a organização e a criatividade.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Aplica-se em situações cotidianas, não apenas no uso de computadores.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82971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Breve Histórico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Breve Histórico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64008" cy="34747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8138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termo ganhou notoriedade em 2006 com a cientista Jeannette Wing.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Suas raízes remontam a Alan Turing e Ada Lovelace, pioneiros no estudo de algoritmos e lógica computacional.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Wing defendeu que o pensamento computacional deveria integrar o currículo escolar como habilidade fundamental.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Considerada tão importante quanto ler, escrever e calcular.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vs. Programação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vs. Programação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023360" cy="36576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6320" y="1143000"/>
            <a:ext cx="4023360" cy="36576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mental de elaborar soluções.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 de pensar de forma estruturada e lógica.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 do uso do computador.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 e orienta a programação.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planejar uma festa.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0" y="128016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de implementação das soluções.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 linguagens e ferramentas computacionais.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 conhecimento técnico específico.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direto do pensamento computacional.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desenvolver um aplicativo.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Quatro Pilares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Quatro Pilares do Pensamento Computacional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920240" cy="34747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258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" y="2377440"/>
            <a:ext cx="1920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Decomposição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468880" y="1188720"/>
            <a:ext cx="1920240" cy="34747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3258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468880" y="2377440"/>
            <a:ext cx="1920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Reconh. de Padrões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1920240" cy="34747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3258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663440" y="2377440"/>
            <a:ext cx="1920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858000" y="1188720"/>
            <a:ext cx="1920240" cy="34747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3258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858000" y="2377440"/>
            <a:ext cx="1920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1: Decomposição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173736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8138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dividir um problema complexo em partes menores para facilitar sua compreensão e resolução. Cada parte é tratada de forma independente.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3017520"/>
            <a:ext cx="8595360" cy="1783080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0"/>
            <a:ext cx="8138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uma festa: em vez de resolver tudo de uma vez, divide-se em tarefas — convites, alimentação, música e decoração. Usado na escola, no trabalho e na vida pessoal.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2: Reconhecimento de Padrões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173736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8138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 de identificar semelhanças e regularidades em diferentes situações, permitindo antecipar comportamentos e aplicar soluções já conhecidas a novos problemas.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3017520"/>
            <a:ext cx="8595360" cy="1783080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0"/>
            <a:ext cx="8138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jogos digitais, ao identificar o padrão de ataque de um inimigo, o jogador consegue se defender com maior eficiência. Na escola, padrões aparecem na matemática, na leitura e em rotinas de estudo.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3: Abstração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173736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8138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concentrar a atenção nos aspectos realmente relevantes de um problema, desconsiderando informações secundárias que não contribuem para sua solução.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3017520"/>
            <a:ext cx="8595360" cy="1783080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0"/>
            <a:ext cx="8138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estudar para uma prova, não é preciso revisar todos os conteúdos — basta identificar os tópicos com maior dificuldade e direcionar os esforços para essas áreas específicas.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4: Algoritmos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173736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8138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Sequências ordenadas de passos que, quando seguidos corretamente, conduzem à solução de um problema. A ordem das etapas é essencial para o resultado esperado.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3017520"/>
            <a:ext cx="8595360" cy="1783080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0"/>
            <a:ext cx="8138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receita de bolo: mistura-se os ingredientes, leva-se ao forno, aguarda-se o tempo certo e retira-se. Inverter ou omitir qualquer etapa resulta em falha.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no Dia a Dia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no Dia a Dia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64008" cy="34747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8138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pensamento computacional vai além dos computadores.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o tempo dedicado aos estudos.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uma viagem de forma eficiente.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Solucionar conflitos e problemas no ambiente escolar.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trabalhos em equipe com maior organização.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decisões importantes de maneira mais fundamentada.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na Escola</a:t>
            </a: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na Escola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64008" cy="34747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8138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pedagógica de grande valor para o desenvolvimento dos estudantes.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 o raciocínio lógico e a capacidade de resolução de problemas.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Estimula a criatividade e o pensamento crítico.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Caráter transversal: aplicável em Matemática, Ciências, Português, Artes e Informática.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Competência fundamental para a formação dos estudantes do século XXI.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pensamento computacional é uma habilidade essencial no mundo contemporâneo.
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meio de seus quatro pilares — decomposição, reconhecimento de padrões, abstração e algoritmos —, é possível abordar problemas de maneira mais eficiente, organizada e criativa.
Mais do que aprender a programar, trata-se de desenvolver uma forma de pensar que valoriza a lógica, a análise e a resolução estruturada de problemas.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674</Words>
  <Application>Microsoft Office PowerPoint</Application>
  <PresentationFormat>Apresentação na tela (16:9)</PresentationFormat>
  <Paragraphs>100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Pilares do Pensamento Computacional</dc:title>
  <dc:subject>PptxGenJS Presentation</dc:subject>
  <dc:creator>PptxGenJS</dc:creator>
  <cp:lastModifiedBy>EtecVAV</cp:lastModifiedBy>
  <cp:revision>2</cp:revision>
  <dcterms:created xsi:type="dcterms:W3CDTF">2026-05-14T20:28:20Z</dcterms:created>
  <dcterms:modified xsi:type="dcterms:W3CDTF">2026-05-15T15:34:29Z</dcterms:modified>
</cp:coreProperties>
</file>